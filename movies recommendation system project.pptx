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60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19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8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5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1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1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2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0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6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9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87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7210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90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06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04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38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12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80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54667"/>
            <a:ext cx="7080026" cy="22436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Movies </a:t>
            </a:r>
            <a:r>
              <a:rPr dirty="0" smtClean="0"/>
              <a:t>Recommend</a:t>
            </a:r>
            <a:r>
              <a:rPr lang="en-US" dirty="0" smtClean="0"/>
              <a:t>ation</a:t>
            </a:r>
            <a:r>
              <a:rPr dirty="0" smtClean="0"/>
              <a:t> </a:t>
            </a:r>
            <a:r>
              <a:rPr dirty="0"/>
              <a:t>System </a:t>
            </a:r>
            <a:r>
              <a:rPr dirty="0" smtClean="0"/>
              <a:t>Project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dirty="0" smtClean="0"/>
              <a:t>Improving Recommendation Accuracy through Model Optimization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 struggle to discover relevant </a:t>
            </a:r>
            <a:r>
              <a:rPr lang="en-US" dirty="0" smtClean="0"/>
              <a:t>movies</a:t>
            </a:r>
            <a:r>
              <a:rPr dirty="0" smtClean="0"/>
              <a:t> </a:t>
            </a:r>
            <a:r>
              <a:rPr dirty="0"/>
              <a:t>efficiently.</a:t>
            </a:r>
          </a:p>
          <a:p>
            <a:r>
              <a:rPr dirty="0"/>
              <a:t>Goal: Build a system that predicts user preferences accurately.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171"/>
            <a:ext cx="8229600" cy="1143000"/>
          </a:xfrm>
        </p:spPr>
        <p:txBody>
          <a:bodyPr/>
          <a:lstStyle/>
          <a:p>
            <a:r>
              <a:rPr lang="en-US" dirty="0" smtClean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3" y="1874838"/>
            <a:ext cx="8229600" cy="4525963"/>
          </a:xfrm>
        </p:spPr>
        <p:txBody>
          <a:bodyPr/>
          <a:lstStyle/>
          <a:p>
            <a:r>
              <a:rPr dirty="0" smtClean="0"/>
              <a:t>Better decision</a:t>
            </a:r>
            <a:r>
              <a:rPr lang="en-US" dirty="0" smtClean="0"/>
              <a:t> </a:t>
            </a:r>
            <a:r>
              <a:rPr dirty="0" smtClean="0"/>
              <a:t>making </a:t>
            </a:r>
            <a:r>
              <a:rPr dirty="0"/>
              <a:t>using </a:t>
            </a:r>
            <a:r>
              <a:rPr dirty="0" smtClean="0"/>
              <a:t>data</a:t>
            </a:r>
            <a:r>
              <a:rPr lang="en-US" dirty="0" smtClean="0"/>
              <a:t> </a:t>
            </a:r>
            <a:r>
              <a:rPr dirty="0" smtClean="0"/>
              <a:t>driven </a:t>
            </a:r>
            <a:r>
              <a:rPr lang="en-US" dirty="0" smtClean="0"/>
              <a:t>       </a:t>
            </a:r>
            <a:r>
              <a:rPr dirty="0" smtClean="0"/>
              <a:t>insights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Build a movie recommendation system that suggests top 5 personalized movies to users.</a:t>
            </a:r>
          </a:p>
          <a:p>
            <a:r>
              <a:rPr lang="en-US" dirty="0" smtClean="0"/>
              <a:t>Analyze user ratings to understand preferences and similarities.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smtClean="0"/>
              <a:t>Distribution of movie genres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202" y="2485497"/>
            <a:ext cx="6831609" cy="40592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02267" y="1202604"/>
            <a:ext cx="71543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Popular genres (Drama, Comedy, Action) dominate the dataset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 interactions are concentrated in these categories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May lead to biased recommendations toward popular genres </a:t>
            </a:r>
          </a:p>
        </p:txBody>
      </p:sp>
    </p:spTree>
    <p:extLst>
      <p:ext uri="{BB962C8B-B14F-4D97-AF65-F5344CB8AC3E}">
        <p14:creationId xmlns:p14="http://schemas.microsoft.com/office/powerpoint/2010/main" val="227511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Most rated movie genre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372" y="2446866"/>
            <a:ext cx="7107828" cy="33104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49399" y="1401674"/>
            <a:ext cx="59605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Similar to the overall genre distribution, a few genres dominate user engagement, reinforcing the need to account for popularity bias when generating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58425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Average rating by genre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295" y="3564468"/>
            <a:ext cx="6313180" cy="2726266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35000" y="1909002"/>
            <a:ext cx="66341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Highest-rated genres: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Film-Noir, War, and Documentary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Moderately rated genres: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Drama, Crime, Mystery, Animation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Lower-rated genres: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Comedy, Children, and Horror </a:t>
            </a:r>
          </a:p>
        </p:txBody>
      </p:sp>
    </p:spTree>
    <p:extLst>
      <p:ext uri="{BB962C8B-B14F-4D97-AF65-F5344CB8AC3E}">
        <p14:creationId xmlns:p14="http://schemas.microsoft.com/office/powerpoint/2010/main" val="248913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hybrid recommender function</a:t>
            </a:r>
          </a:p>
          <a:p>
            <a:r>
              <a:rPr dirty="0" smtClean="0"/>
              <a:t>Used </a:t>
            </a:r>
            <a:r>
              <a:rPr dirty="0"/>
              <a:t>collaborative filtering (SVD model)</a:t>
            </a:r>
          </a:p>
          <a:p>
            <a:r>
              <a:rPr dirty="0" smtClean="0"/>
              <a:t> </a:t>
            </a:r>
            <a:r>
              <a:rPr dirty="0"/>
              <a:t>Learned latent patterns between users and </a:t>
            </a:r>
            <a:r>
              <a:rPr lang="en-US" dirty="0" smtClean="0"/>
              <a:t>movies</a:t>
            </a:r>
            <a:endParaRPr dirty="0"/>
          </a:p>
          <a:p>
            <a:r>
              <a:rPr dirty="0" smtClean="0"/>
              <a:t> </a:t>
            </a:r>
            <a:r>
              <a:rPr dirty="0"/>
              <a:t>Compared baseline vs optimized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Improved recommendation accuracy</a:t>
            </a:r>
          </a:p>
          <a:p>
            <a:r>
              <a:rPr lang="en-US" dirty="0"/>
              <a:t> </a:t>
            </a:r>
            <a:r>
              <a:rPr dirty="0" smtClean="0"/>
              <a:t>Better </a:t>
            </a:r>
            <a:r>
              <a:rPr dirty="0"/>
              <a:t>alignment with user preferences</a:t>
            </a:r>
          </a:p>
          <a:p>
            <a:r>
              <a:rPr dirty="0" smtClean="0"/>
              <a:t> </a:t>
            </a:r>
            <a:r>
              <a:rPr dirty="0"/>
              <a:t>Demonstrated value of tuning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hybrid recommendation system.</a:t>
            </a:r>
            <a:endParaRPr dirty="0"/>
          </a:p>
          <a:p>
            <a:r>
              <a:rPr lang="en-US" dirty="0" smtClean="0"/>
              <a:t>Continuously collect user feedback.</a:t>
            </a:r>
            <a:endParaRPr dirty="0"/>
          </a:p>
          <a:p>
            <a:r>
              <a:rPr lang="en-US" dirty="0" smtClean="0"/>
              <a:t>Monitor model performance.</a:t>
            </a:r>
          </a:p>
          <a:p>
            <a:r>
              <a:rPr lang="en-US" dirty="0" smtClean="0"/>
              <a:t>Address </a:t>
            </a:r>
            <a:r>
              <a:rPr lang="en-US" dirty="0"/>
              <a:t>Data Sparsity-Integrate </a:t>
            </a:r>
            <a:r>
              <a:rPr lang="en-US" dirty="0" smtClean="0"/>
              <a:t>content based </a:t>
            </a:r>
            <a:r>
              <a:rPr lang="en-US" dirty="0"/>
              <a:t>filtering techniques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lang="en-US" dirty="0"/>
              <a:t>Developed a movie recommendation system using collaborative </a:t>
            </a:r>
            <a:r>
              <a:rPr lang="en-US" dirty="0" smtClean="0"/>
              <a:t>filtering, model tuning and hybrid techniques.</a:t>
            </a:r>
            <a:endParaRPr dirty="0"/>
          </a:p>
          <a:p>
            <a:r>
              <a:rPr dirty="0" smtClean="0"/>
              <a:t> </a:t>
            </a:r>
            <a:r>
              <a:rPr lang="en-US" dirty="0"/>
              <a:t>Achieved strong </a:t>
            </a:r>
            <a:r>
              <a:rPr lang="en-US" dirty="0" smtClean="0"/>
              <a:t>RMSE performance and low MAE indicating reliable rating.</a:t>
            </a:r>
            <a:endParaRPr dirty="0"/>
          </a:p>
          <a:p>
            <a:r>
              <a:rPr lang="en-US" dirty="0"/>
              <a:t> Generated personalized Top-5 </a:t>
            </a:r>
            <a:r>
              <a:rPr lang="en-US" dirty="0" smtClean="0"/>
              <a:t>recommendations.</a:t>
            </a:r>
          </a:p>
          <a:p>
            <a:r>
              <a:rPr lang="en-US" dirty="0"/>
              <a:t>Demonstrates real-world applicability and future </a:t>
            </a:r>
            <a:r>
              <a:rPr lang="en-US" dirty="0" smtClean="0"/>
              <a:t>potential.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798</TotalTime>
  <Words>268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Calisto MT</vt:lpstr>
      <vt:lpstr>Trebuchet MS</vt:lpstr>
      <vt:lpstr>Wingdings 2</vt:lpstr>
      <vt:lpstr>Slate</vt:lpstr>
      <vt:lpstr>Movies Recommendation System Project.</vt:lpstr>
      <vt:lpstr>Problem Statement</vt:lpstr>
      <vt:lpstr>Objectives</vt:lpstr>
      <vt:lpstr> Distribution of movie genres</vt:lpstr>
      <vt:lpstr>Most rated movie genre</vt:lpstr>
      <vt:lpstr>Average rating by genre</vt:lpstr>
      <vt:lpstr>Approach</vt:lpstr>
      <vt:lpstr>Key Results</vt:lpstr>
      <vt:lpstr>Recommendations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 Recommender System Project.</dc:title>
  <dc:subject/>
  <dc:creator>PC</dc:creator>
  <cp:keywords/>
  <dc:description>generated using python-pptx</dc:description>
  <cp:lastModifiedBy>bMasabo</cp:lastModifiedBy>
  <cp:revision>9</cp:revision>
  <dcterms:created xsi:type="dcterms:W3CDTF">2013-01-27T09:14:16Z</dcterms:created>
  <dcterms:modified xsi:type="dcterms:W3CDTF">2026-04-21T06:33:32Z</dcterms:modified>
  <cp:category/>
</cp:coreProperties>
</file>